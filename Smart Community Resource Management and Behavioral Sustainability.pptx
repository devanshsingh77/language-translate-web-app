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handoutMasterIdLst>
    <p:handoutMasterId r:id="rId17"/>
  </p:handoutMasterIdLst>
  <p:sldIdLst>
    <p:sldId id="257" r:id="rId5"/>
    <p:sldId id="268" r:id="rId6"/>
    <p:sldId id="267" r:id="rId7"/>
    <p:sldId id="269" r:id="rId8"/>
    <p:sldId id="270" r:id="rId9"/>
    <p:sldId id="259" r:id="rId10"/>
    <p:sldId id="261" r:id="rId11"/>
    <p:sldId id="262" r:id="rId12"/>
    <p:sldId id="263" r:id="rId13"/>
    <p:sldId id="271" r:id="rId14"/>
    <p:sldId id="265" r:id="rId15"/>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404"/>
    <a:srgbClr val="5F6F0F"/>
    <a:srgbClr val="718412"/>
    <a:srgbClr val="65741A"/>
    <a:srgbClr val="70811D"/>
    <a:srgbClr val="7B8D1F"/>
    <a:srgbClr val="839721"/>
    <a:srgbClr val="95AB25"/>
    <a:srgbClr val="BC5500"/>
    <a:srgbClr val="C45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78" d="100"/>
          <a:sy n="78" d="100"/>
        </p:scale>
        <p:origin x="878" y="58"/>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7942A0-B7D2-4B14-8FEA-55FC702F5BE7}" type="doc">
      <dgm:prSet loTypeId="urn:microsoft.com/office/officeart/2005/8/layout/vProcess5" loCatId="process" qsTypeId="urn:microsoft.com/office/officeart/2005/8/quickstyle/simple4" qsCatId="simple" csTypeId="urn:microsoft.com/office/officeart/2005/8/colors/colorful1" csCatId="colorful" phldr="1"/>
      <dgm:spPr/>
      <dgm:t>
        <a:bodyPr/>
        <a:lstStyle/>
        <a:p>
          <a:endParaRPr lang="en-US"/>
        </a:p>
      </dgm:t>
    </dgm:pt>
    <dgm:pt modelId="{095A5E99-E976-4550-8F80-53CC813F2F5A}">
      <dgm:prSet phldrT="[Text]"/>
      <dgm:spPr>
        <a:gradFill rotWithShape="0">
          <a:gsLst>
            <a:gs pos="0">
              <a:srgbClr val="703000"/>
            </a:gs>
            <a:gs pos="50000">
              <a:srgbClr val="A44A00"/>
            </a:gs>
            <a:gs pos="70000">
              <a:srgbClr val="BC5500"/>
            </a:gs>
            <a:gs pos="100000">
              <a:srgbClr val="F26D00"/>
            </a:gs>
          </a:gsLst>
        </a:gradFill>
      </dgm:spPr>
      <dgm:t>
        <a:bodyPr/>
        <a:lstStyle/>
        <a:p>
          <a:r>
            <a:rPr lang="en-US" dirty="0"/>
            <a:t>Task 1</a:t>
          </a:r>
        </a:p>
      </dgm:t>
      <dgm:extLst>
        <a:ext uri="{E40237B7-FDA0-4F09-8148-C483321AD2D9}">
          <dgm14:cNvPr xmlns:dgm14="http://schemas.microsoft.com/office/drawing/2010/diagram" id="0" name="" descr="Staggered process showing 3 tasks arranged one below the other and two downward pointing arrows are used to indicate progression from first task to second task and second task to third task."/>
        </a:ext>
      </dgm:extLst>
    </dgm:pt>
    <dgm:pt modelId="{03339A0D-5DC0-4B29-8353-C5AEBFD4DE86}" type="parTrans" cxnId="{D1A4D8E6-F04E-4AB1-8D0C-63DC7AB1E81F}">
      <dgm:prSet/>
      <dgm:spPr/>
      <dgm:t>
        <a:bodyPr/>
        <a:lstStyle/>
        <a:p>
          <a:endParaRPr lang="en-US"/>
        </a:p>
      </dgm:t>
    </dgm:pt>
    <dgm:pt modelId="{8877691F-1B60-4485-9174-DDEC7EE68B70}" type="sibTrans" cxnId="{D1A4D8E6-F04E-4AB1-8D0C-63DC7AB1E81F}">
      <dgm:prSet/>
      <dgm:spPr/>
      <dgm:t>
        <a:bodyPr/>
        <a:lstStyle/>
        <a:p>
          <a:endParaRPr lang="en-US"/>
        </a:p>
      </dgm:t>
    </dgm:pt>
    <dgm:pt modelId="{8EC937D8-BD76-4A12-A3E5-900D5C1E2E05}">
      <dgm:prSet phldrT="[Text]"/>
      <dgm:spPr/>
      <dgm:t>
        <a:bodyPr/>
        <a:lstStyle/>
        <a:p>
          <a:r>
            <a:rPr lang="en-US" dirty="0"/>
            <a:t>Task 2</a:t>
          </a:r>
        </a:p>
      </dgm:t>
    </dgm:pt>
    <dgm:pt modelId="{8265EE85-9851-494E-A6D3-1CDACE947DF3}" type="parTrans" cxnId="{43DC8383-AEE5-490C-A8E5-1F216F2B8FE6}">
      <dgm:prSet/>
      <dgm:spPr/>
      <dgm:t>
        <a:bodyPr/>
        <a:lstStyle/>
        <a:p>
          <a:endParaRPr lang="en-US"/>
        </a:p>
      </dgm:t>
    </dgm:pt>
    <dgm:pt modelId="{B3EFD4A5-9FA1-4ABE-B722-05162509509B}" type="sibTrans" cxnId="{43DC8383-AEE5-490C-A8E5-1F216F2B8FE6}">
      <dgm:prSet/>
      <dgm:spPr/>
      <dgm:t>
        <a:bodyPr/>
        <a:lstStyle/>
        <a:p>
          <a:endParaRPr lang="en-US"/>
        </a:p>
      </dgm:t>
    </dgm:pt>
    <dgm:pt modelId="{7133ECF5-4190-4604-AA2F-03C9A0A9210F}">
      <dgm:prSet phldrT="[Text]"/>
      <dgm:spPr>
        <a:gradFill rotWithShape="0">
          <a:gsLst>
            <a:gs pos="0">
              <a:srgbClr val="394404"/>
            </a:gs>
            <a:gs pos="50000">
              <a:srgbClr val="5F6F0F"/>
            </a:gs>
            <a:gs pos="70000">
              <a:srgbClr val="65741A"/>
            </a:gs>
            <a:gs pos="100000">
              <a:schemeClr val="accent4">
                <a:hueOff val="0"/>
                <a:satOff val="0"/>
                <a:lumOff val="0"/>
                <a:alphaOff val="0"/>
                <a:tint val="100000"/>
                <a:shade val="100000"/>
                <a:satMod val="155000"/>
              </a:schemeClr>
            </a:gs>
          </a:gsLst>
        </a:gradFill>
      </dgm:spPr>
      <dgm:t>
        <a:bodyPr/>
        <a:lstStyle/>
        <a:p>
          <a:r>
            <a:rPr lang="en-US" dirty="0"/>
            <a:t>Task 3</a:t>
          </a:r>
        </a:p>
      </dgm:t>
      <dgm:extLst>
        <a:ext uri="{E40237B7-FDA0-4F09-8148-C483321AD2D9}">
          <dgm14:cNvPr xmlns:dgm14="http://schemas.microsoft.com/office/drawing/2010/diagram" id="0" name="" descr="Staggered process showing 3 tasks arranged one below the other and two downward pointing arrows are used to indicate progression from first task to second task and second task to third task."/>
        </a:ext>
      </dgm:extLst>
    </dgm:pt>
    <dgm:pt modelId="{7D1B29D7-21DD-436A-8F7C-E87DE53C1431}" type="parTrans" cxnId="{011A9761-E983-4C7D-AB1D-2038261D8FF8}">
      <dgm:prSet/>
      <dgm:spPr/>
      <dgm:t>
        <a:bodyPr/>
        <a:lstStyle/>
        <a:p>
          <a:endParaRPr lang="en-US"/>
        </a:p>
      </dgm:t>
    </dgm:pt>
    <dgm:pt modelId="{46037378-034A-4662-877A-B53E1DA069A3}" type="sibTrans" cxnId="{011A9761-E983-4C7D-AB1D-2038261D8FF8}">
      <dgm:prSet/>
      <dgm:spPr/>
      <dgm:t>
        <a:bodyPr/>
        <a:lstStyle/>
        <a:p>
          <a:endParaRPr lang="en-US"/>
        </a:p>
      </dgm:t>
    </dgm:pt>
    <dgm:pt modelId="{1D84D8B6-AB32-4491-B5D2-EFE3D7668B88}" type="pres">
      <dgm:prSet presAssocID="{CD7942A0-B7D2-4B14-8FEA-55FC702F5BE7}" presName="outerComposite" presStyleCnt="0">
        <dgm:presLayoutVars>
          <dgm:chMax val="5"/>
          <dgm:dir/>
          <dgm:resizeHandles val="exact"/>
        </dgm:presLayoutVars>
      </dgm:prSet>
      <dgm:spPr/>
    </dgm:pt>
    <dgm:pt modelId="{3E0E8213-E460-4EB7-9A92-C2B1CC553F0D}" type="pres">
      <dgm:prSet presAssocID="{CD7942A0-B7D2-4B14-8FEA-55FC702F5BE7}" presName="dummyMaxCanvas" presStyleCnt="0">
        <dgm:presLayoutVars/>
      </dgm:prSet>
      <dgm:spPr/>
    </dgm:pt>
    <dgm:pt modelId="{124EF20B-D98C-45B2-BB13-7B93B5373CEB}" type="pres">
      <dgm:prSet presAssocID="{CD7942A0-B7D2-4B14-8FEA-55FC702F5BE7}" presName="ThreeNodes_1" presStyleLbl="node1" presStyleIdx="0" presStyleCnt="3">
        <dgm:presLayoutVars>
          <dgm:bulletEnabled val="1"/>
        </dgm:presLayoutVars>
      </dgm:prSet>
      <dgm:spPr/>
    </dgm:pt>
    <dgm:pt modelId="{CA544AF7-F7B2-4CA5-9251-B4CDB8D06634}" type="pres">
      <dgm:prSet presAssocID="{CD7942A0-B7D2-4B14-8FEA-55FC702F5BE7}" presName="ThreeNodes_2" presStyleLbl="node1" presStyleIdx="1" presStyleCnt="3">
        <dgm:presLayoutVars>
          <dgm:bulletEnabled val="1"/>
        </dgm:presLayoutVars>
      </dgm:prSet>
      <dgm:spPr/>
    </dgm:pt>
    <dgm:pt modelId="{2AE92D3F-F0FA-45DD-BB60-4C6FBC6BC016}" type="pres">
      <dgm:prSet presAssocID="{CD7942A0-B7D2-4B14-8FEA-55FC702F5BE7}" presName="ThreeNodes_3" presStyleLbl="node1" presStyleIdx="2" presStyleCnt="3">
        <dgm:presLayoutVars>
          <dgm:bulletEnabled val="1"/>
        </dgm:presLayoutVars>
      </dgm:prSet>
      <dgm:spPr/>
    </dgm:pt>
    <dgm:pt modelId="{9CA877D8-99F8-40A0-89E9-59A61C9A70F4}" type="pres">
      <dgm:prSet presAssocID="{CD7942A0-B7D2-4B14-8FEA-55FC702F5BE7}" presName="ThreeConn_1-2" presStyleLbl="fgAccFollowNode1" presStyleIdx="0" presStyleCnt="2">
        <dgm:presLayoutVars>
          <dgm:bulletEnabled val="1"/>
        </dgm:presLayoutVars>
      </dgm:prSet>
      <dgm:spPr/>
    </dgm:pt>
    <dgm:pt modelId="{62643EF2-016C-41F1-8CBC-398422A85727}" type="pres">
      <dgm:prSet presAssocID="{CD7942A0-B7D2-4B14-8FEA-55FC702F5BE7}" presName="ThreeConn_2-3" presStyleLbl="fgAccFollowNode1" presStyleIdx="1" presStyleCnt="2">
        <dgm:presLayoutVars>
          <dgm:bulletEnabled val="1"/>
        </dgm:presLayoutVars>
      </dgm:prSet>
      <dgm:spPr/>
    </dgm:pt>
    <dgm:pt modelId="{7A2F6994-DA87-4497-BFC7-DD9D6EC5315F}" type="pres">
      <dgm:prSet presAssocID="{CD7942A0-B7D2-4B14-8FEA-55FC702F5BE7}" presName="ThreeNodes_1_text" presStyleLbl="node1" presStyleIdx="2" presStyleCnt="3">
        <dgm:presLayoutVars>
          <dgm:bulletEnabled val="1"/>
        </dgm:presLayoutVars>
      </dgm:prSet>
      <dgm:spPr/>
    </dgm:pt>
    <dgm:pt modelId="{916C48CB-E452-4B79-A9B9-4C9A90B47960}" type="pres">
      <dgm:prSet presAssocID="{CD7942A0-B7D2-4B14-8FEA-55FC702F5BE7}" presName="ThreeNodes_2_text" presStyleLbl="node1" presStyleIdx="2" presStyleCnt="3">
        <dgm:presLayoutVars>
          <dgm:bulletEnabled val="1"/>
        </dgm:presLayoutVars>
      </dgm:prSet>
      <dgm:spPr/>
    </dgm:pt>
    <dgm:pt modelId="{A31D264E-E285-4E5C-8EB7-762CD501BE72}" type="pres">
      <dgm:prSet presAssocID="{CD7942A0-B7D2-4B14-8FEA-55FC702F5BE7}" presName="ThreeNodes_3_text" presStyleLbl="node1" presStyleIdx="2" presStyleCnt="3">
        <dgm:presLayoutVars>
          <dgm:bulletEnabled val="1"/>
        </dgm:presLayoutVars>
      </dgm:prSet>
      <dgm:spPr/>
    </dgm:pt>
  </dgm:ptLst>
  <dgm:cxnLst>
    <dgm:cxn modelId="{5A89A138-BC1A-490F-935E-2EC3F74E8E18}" type="presOf" srcId="{7133ECF5-4190-4604-AA2F-03C9A0A9210F}" destId="{2AE92D3F-F0FA-45DD-BB60-4C6FBC6BC016}" srcOrd="0" destOrd="0" presId="urn:microsoft.com/office/officeart/2005/8/layout/vProcess5"/>
    <dgm:cxn modelId="{011A9761-E983-4C7D-AB1D-2038261D8FF8}" srcId="{CD7942A0-B7D2-4B14-8FEA-55FC702F5BE7}" destId="{7133ECF5-4190-4604-AA2F-03C9A0A9210F}" srcOrd="2" destOrd="0" parTransId="{7D1B29D7-21DD-436A-8F7C-E87DE53C1431}" sibTransId="{46037378-034A-4662-877A-B53E1DA069A3}"/>
    <dgm:cxn modelId="{8A063A46-8F8D-405A-B2D6-6495FA638F46}" type="presOf" srcId="{8EC937D8-BD76-4A12-A3E5-900D5C1E2E05}" destId="{CA544AF7-F7B2-4CA5-9251-B4CDB8D06634}" srcOrd="0" destOrd="0" presId="urn:microsoft.com/office/officeart/2005/8/layout/vProcess5"/>
    <dgm:cxn modelId="{A071614A-8A85-47B2-A113-0652CAB9B428}" type="presOf" srcId="{095A5E99-E976-4550-8F80-53CC813F2F5A}" destId="{124EF20B-D98C-45B2-BB13-7B93B5373CEB}" srcOrd="0" destOrd="0" presId="urn:microsoft.com/office/officeart/2005/8/layout/vProcess5"/>
    <dgm:cxn modelId="{43DC8383-AEE5-490C-A8E5-1F216F2B8FE6}" srcId="{CD7942A0-B7D2-4B14-8FEA-55FC702F5BE7}" destId="{8EC937D8-BD76-4A12-A3E5-900D5C1E2E05}" srcOrd="1" destOrd="0" parTransId="{8265EE85-9851-494E-A6D3-1CDACE947DF3}" sibTransId="{B3EFD4A5-9FA1-4ABE-B722-05162509509B}"/>
    <dgm:cxn modelId="{03E7038C-2CC0-496B-88A0-60396CDC31E4}" type="presOf" srcId="{7133ECF5-4190-4604-AA2F-03C9A0A9210F}" destId="{A31D264E-E285-4E5C-8EB7-762CD501BE72}" srcOrd="1" destOrd="0" presId="urn:microsoft.com/office/officeart/2005/8/layout/vProcess5"/>
    <dgm:cxn modelId="{C2D0E194-BD14-4AD2-9E3A-CE984C34B6CD}" type="presOf" srcId="{CD7942A0-B7D2-4B14-8FEA-55FC702F5BE7}" destId="{1D84D8B6-AB32-4491-B5D2-EFE3D7668B88}" srcOrd="0" destOrd="0" presId="urn:microsoft.com/office/officeart/2005/8/layout/vProcess5"/>
    <dgm:cxn modelId="{BB374C9D-646D-46E6-89B4-117F0E21BA34}" type="presOf" srcId="{8EC937D8-BD76-4A12-A3E5-900D5C1E2E05}" destId="{916C48CB-E452-4B79-A9B9-4C9A90B47960}" srcOrd="1" destOrd="0" presId="urn:microsoft.com/office/officeart/2005/8/layout/vProcess5"/>
    <dgm:cxn modelId="{12FC7FDE-4033-4970-A683-61DE6FA84E89}" type="presOf" srcId="{8877691F-1B60-4485-9174-DDEC7EE68B70}" destId="{9CA877D8-99F8-40A0-89E9-59A61C9A70F4}" srcOrd="0" destOrd="0" presId="urn:microsoft.com/office/officeart/2005/8/layout/vProcess5"/>
    <dgm:cxn modelId="{D1A4D8E6-F04E-4AB1-8D0C-63DC7AB1E81F}" srcId="{CD7942A0-B7D2-4B14-8FEA-55FC702F5BE7}" destId="{095A5E99-E976-4550-8F80-53CC813F2F5A}" srcOrd="0" destOrd="0" parTransId="{03339A0D-5DC0-4B29-8353-C5AEBFD4DE86}" sibTransId="{8877691F-1B60-4485-9174-DDEC7EE68B70}"/>
    <dgm:cxn modelId="{7C007CEB-6418-4EA7-9CB6-5B93D0C655E6}" type="presOf" srcId="{095A5E99-E976-4550-8F80-53CC813F2F5A}" destId="{7A2F6994-DA87-4497-BFC7-DD9D6EC5315F}" srcOrd="1" destOrd="0" presId="urn:microsoft.com/office/officeart/2005/8/layout/vProcess5"/>
    <dgm:cxn modelId="{6CF7D6F9-A5F2-48E3-AF5C-A2074559AE21}" type="presOf" srcId="{B3EFD4A5-9FA1-4ABE-B722-05162509509B}" destId="{62643EF2-016C-41F1-8CBC-398422A85727}" srcOrd="0" destOrd="0" presId="urn:microsoft.com/office/officeart/2005/8/layout/vProcess5"/>
    <dgm:cxn modelId="{768DB908-A4BF-48A6-A740-5DD0CBAFBB11}" type="presParOf" srcId="{1D84D8B6-AB32-4491-B5D2-EFE3D7668B88}" destId="{3E0E8213-E460-4EB7-9A92-C2B1CC553F0D}" srcOrd="0" destOrd="0" presId="urn:microsoft.com/office/officeart/2005/8/layout/vProcess5"/>
    <dgm:cxn modelId="{A8B17D3B-E670-4FE0-A845-244C702B8151}" type="presParOf" srcId="{1D84D8B6-AB32-4491-B5D2-EFE3D7668B88}" destId="{124EF20B-D98C-45B2-BB13-7B93B5373CEB}" srcOrd="1" destOrd="0" presId="urn:microsoft.com/office/officeart/2005/8/layout/vProcess5"/>
    <dgm:cxn modelId="{1E8E2D8B-A980-4080-A16E-1F74528DE4D0}" type="presParOf" srcId="{1D84D8B6-AB32-4491-B5D2-EFE3D7668B88}" destId="{CA544AF7-F7B2-4CA5-9251-B4CDB8D06634}" srcOrd="2" destOrd="0" presId="urn:microsoft.com/office/officeart/2005/8/layout/vProcess5"/>
    <dgm:cxn modelId="{7992440C-9F36-432D-90EE-E2A708CEB38B}" type="presParOf" srcId="{1D84D8B6-AB32-4491-B5D2-EFE3D7668B88}" destId="{2AE92D3F-F0FA-45DD-BB60-4C6FBC6BC016}" srcOrd="3" destOrd="0" presId="urn:microsoft.com/office/officeart/2005/8/layout/vProcess5"/>
    <dgm:cxn modelId="{DBE883B8-7D13-43BA-A456-8DBB93D30C93}" type="presParOf" srcId="{1D84D8B6-AB32-4491-B5D2-EFE3D7668B88}" destId="{9CA877D8-99F8-40A0-89E9-59A61C9A70F4}" srcOrd="4" destOrd="0" presId="urn:microsoft.com/office/officeart/2005/8/layout/vProcess5"/>
    <dgm:cxn modelId="{A3B9E6ED-FFD0-430E-B609-EBE8E75E7C44}" type="presParOf" srcId="{1D84D8B6-AB32-4491-B5D2-EFE3D7668B88}" destId="{62643EF2-016C-41F1-8CBC-398422A85727}" srcOrd="5" destOrd="0" presId="urn:microsoft.com/office/officeart/2005/8/layout/vProcess5"/>
    <dgm:cxn modelId="{278FE748-9C54-4E36-9203-E948DB63C99A}" type="presParOf" srcId="{1D84D8B6-AB32-4491-B5D2-EFE3D7668B88}" destId="{7A2F6994-DA87-4497-BFC7-DD9D6EC5315F}" srcOrd="6" destOrd="0" presId="urn:microsoft.com/office/officeart/2005/8/layout/vProcess5"/>
    <dgm:cxn modelId="{E81279B5-23BF-4F73-A353-8831FC04E9BC}" type="presParOf" srcId="{1D84D8B6-AB32-4491-B5D2-EFE3D7668B88}" destId="{916C48CB-E452-4B79-A9B9-4C9A90B47960}" srcOrd="7" destOrd="0" presId="urn:microsoft.com/office/officeart/2005/8/layout/vProcess5"/>
    <dgm:cxn modelId="{16289EC3-0C51-4B32-B6CC-FE8F7F6F6C76}" type="presParOf" srcId="{1D84D8B6-AB32-4491-B5D2-EFE3D7668B88}" destId="{A31D264E-E285-4E5C-8EB7-762CD501BE72}"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4EF20B-D98C-45B2-BB13-7B93B5373CEB}">
      <dsp:nvSpPr>
        <dsp:cNvPr id="0" name=""/>
        <dsp:cNvSpPr/>
      </dsp:nvSpPr>
      <dsp:spPr>
        <a:xfrm>
          <a:off x="0" y="0"/>
          <a:ext cx="4316650" cy="1339691"/>
        </a:xfrm>
        <a:prstGeom prst="roundRect">
          <a:avLst>
            <a:gd name="adj" fmla="val 10000"/>
          </a:avLst>
        </a:prstGeom>
        <a:gradFill rotWithShape="0">
          <a:gsLst>
            <a:gs pos="0">
              <a:srgbClr val="703000"/>
            </a:gs>
            <a:gs pos="50000">
              <a:srgbClr val="A44A00"/>
            </a:gs>
            <a:gs pos="70000">
              <a:srgbClr val="BC5500"/>
            </a:gs>
            <a:gs pos="100000">
              <a:srgbClr val="F26D00"/>
            </a:gs>
          </a:gsLst>
          <a:lin ang="16200000" scaled="0"/>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t>Task 1</a:t>
          </a:r>
        </a:p>
      </dsp:txBody>
      <dsp:txXfrm>
        <a:off x="39238" y="39238"/>
        <a:ext cx="2871019" cy="1261215"/>
      </dsp:txXfrm>
    </dsp:sp>
    <dsp:sp modelId="{CA544AF7-F7B2-4CA5-9251-B4CDB8D06634}">
      <dsp:nvSpPr>
        <dsp:cNvPr id="0" name=""/>
        <dsp:cNvSpPr/>
      </dsp:nvSpPr>
      <dsp:spPr>
        <a:xfrm>
          <a:off x="380880" y="1562972"/>
          <a:ext cx="4316650" cy="1339691"/>
        </a:xfrm>
        <a:prstGeom prst="roundRect">
          <a:avLst>
            <a:gd name="adj" fmla="val 10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100000"/>
                <a:shade val="100000"/>
                <a:satMod val="155000"/>
              </a:schemeClr>
            </a:gs>
          </a:gsLst>
          <a:lin ang="16200000" scaled="0"/>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t>Task 2</a:t>
          </a:r>
        </a:p>
      </dsp:txBody>
      <dsp:txXfrm>
        <a:off x="420118" y="1602210"/>
        <a:ext cx="2986494" cy="1261215"/>
      </dsp:txXfrm>
    </dsp:sp>
    <dsp:sp modelId="{2AE92D3F-F0FA-45DD-BB60-4C6FBC6BC016}">
      <dsp:nvSpPr>
        <dsp:cNvPr id="0" name=""/>
        <dsp:cNvSpPr/>
      </dsp:nvSpPr>
      <dsp:spPr>
        <a:xfrm>
          <a:off x="761761" y="3125945"/>
          <a:ext cx="4316650" cy="1339691"/>
        </a:xfrm>
        <a:prstGeom prst="roundRect">
          <a:avLst>
            <a:gd name="adj" fmla="val 10000"/>
          </a:avLst>
        </a:prstGeom>
        <a:gradFill rotWithShape="0">
          <a:gsLst>
            <a:gs pos="0">
              <a:srgbClr val="394404"/>
            </a:gs>
            <a:gs pos="50000">
              <a:srgbClr val="5F6F0F"/>
            </a:gs>
            <a:gs pos="70000">
              <a:srgbClr val="65741A"/>
            </a:gs>
            <a:gs pos="100000">
              <a:schemeClr val="accent4">
                <a:hueOff val="0"/>
                <a:satOff val="0"/>
                <a:lumOff val="0"/>
                <a:alphaOff val="0"/>
                <a:tint val="100000"/>
                <a:shade val="100000"/>
                <a:satMod val="155000"/>
              </a:schemeClr>
            </a:gs>
          </a:gsLst>
          <a:lin ang="16200000" scaled="0"/>
        </a:gradFill>
        <a:ln>
          <a:noFill/>
        </a:ln>
        <a:effectLst>
          <a:outerShdw blurRad="38100" dist="25400" dir="2700000" algn="br" rotWithShape="0">
            <a:srgbClr val="000000">
              <a:alpha val="6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20980" tIns="220980" rIns="220980" bIns="220980" numCol="1" spcCol="1270" anchor="ctr" anchorCtr="0">
          <a:noAutofit/>
        </a:bodyPr>
        <a:lstStyle/>
        <a:p>
          <a:pPr marL="0" lvl="0" indent="0" algn="l" defTabSz="2578100">
            <a:lnSpc>
              <a:spcPct val="90000"/>
            </a:lnSpc>
            <a:spcBef>
              <a:spcPct val="0"/>
            </a:spcBef>
            <a:spcAft>
              <a:spcPct val="35000"/>
            </a:spcAft>
            <a:buNone/>
          </a:pPr>
          <a:r>
            <a:rPr lang="en-US" sz="5800" kern="1200" dirty="0"/>
            <a:t>Task 3</a:t>
          </a:r>
        </a:p>
      </dsp:txBody>
      <dsp:txXfrm>
        <a:off x="800999" y="3165183"/>
        <a:ext cx="2986494" cy="1261215"/>
      </dsp:txXfrm>
    </dsp:sp>
    <dsp:sp modelId="{9CA877D8-99F8-40A0-89E9-59A61C9A70F4}">
      <dsp:nvSpPr>
        <dsp:cNvPr id="0" name=""/>
        <dsp:cNvSpPr/>
      </dsp:nvSpPr>
      <dsp:spPr>
        <a:xfrm>
          <a:off x="3445850" y="1015932"/>
          <a:ext cx="870799" cy="870799"/>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3641780" y="1015932"/>
        <a:ext cx="478939" cy="655276"/>
      </dsp:txXfrm>
    </dsp:sp>
    <dsp:sp modelId="{62643EF2-016C-41F1-8CBC-398422A85727}">
      <dsp:nvSpPr>
        <dsp:cNvPr id="0" name=""/>
        <dsp:cNvSpPr/>
      </dsp:nvSpPr>
      <dsp:spPr>
        <a:xfrm>
          <a:off x="3826731" y="2569974"/>
          <a:ext cx="870799" cy="870799"/>
        </a:xfrm>
        <a:prstGeom prst="downArrow">
          <a:avLst>
            <a:gd name="adj1" fmla="val 55000"/>
            <a:gd name="adj2" fmla="val 45000"/>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022661" y="2569974"/>
        <a:ext cx="478939" cy="65527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E5B4EDC-59C0-49C7-8ADA-5A781B329E02}" type="datetimeFigureOut">
              <a:rPr lang="en-US"/>
              <a:t>1/27/2026</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429053-DC2A-4342-ADD4-2FD729D91E2C}" type="slidenum">
              <a:rPr/>
              <a:t>‹#›</a:t>
            </a:fld>
            <a:endParaRPr/>
          </a:p>
        </p:txBody>
      </p:sp>
    </p:spTree>
    <p:extLst>
      <p:ext uri="{BB962C8B-B14F-4D97-AF65-F5344CB8AC3E}">
        <p14:creationId xmlns:p14="http://schemas.microsoft.com/office/powerpoint/2010/main" val="42320457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D8D46A-B586-417D-BFBD-8C8FE0AAF762}" type="datetimeFigureOut">
              <a:rPr lang="en-US"/>
              <a:t>1/27/2026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BA5BD7-F043-4D1B-AA17-CD412FC534DE}" type="slidenum">
              <a:rPr/>
              <a:t>‹#›</a:t>
            </a:fld>
            <a:endParaRPr/>
          </a:p>
        </p:txBody>
      </p:sp>
    </p:spTree>
    <p:extLst>
      <p:ext uri="{BB962C8B-B14F-4D97-AF65-F5344CB8AC3E}">
        <p14:creationId xmlns:p14="http://schemas.microsoft.com/office/powerpoint/2010/main" val="27670578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BA5BD7-F043-4D1B-AA17-CD412FC534DE}" type="slidenum">
              <a:rPr lang="en-US" smtClean="0"/>
              <a:t>5</a:t>
            </a:fld>
            <a:endParaRPr lang="en-US"/>
          </a:p>
        </p:txBody>
      </p:sp>
    </p:spTree>
    <p:extLst>
      <p:ext uri="{BB962C8B-B14F-4D97-AF65-F5344CB8AC3E}">
        <p14:creationId xmlns:p14="http://schemas.microsoft.com/office/powerpoint/2010/main" val="4117229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1" name="diagonals"/>
          <p:cNvGrpSpPr/>
          <p:nvPr/>
        </p:nvGrpSpPr>
        <p:grpSpPr>
          <a:xfrm>
            <a:off x="7516443" y="4145281"/>
            <a:ext cx="4686117" cy="2731407"/>
            <a:chOff x="5638800" y="3108960"/>
            <a:chExt cx="3515503" cy="2048555"/>
          </a:xfrm>
        </p:grpSpPr>
        <p:cxnSp>
          <p:nvCxnSpPr>
            <p:cNvPr id="14" name="Straight Connector 13"/>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grpSp>
        <p:nvGrpSpPr>
          <p:cNvPr id="12" name="bottom lines"/>
          <p:cNvGrpSpPr/>
          <p:nvPr/>
        </p:nvGrpSpPr>
        <p:grpSpPr>
          <a:xfrm>
            <a:off x="-8916" y="6057149"/>
            <a:ext cx="5498726" cy="820207"/>
            <a:chOff x="-6689" y="4553748"/>
            <a:chExt cx="4125119" cy="615155"/>
          </a:xfrm>
        </p:grpSpPr>
        <p:sp>
          <p:nvSpPr>
            <p:cNvPr id="9" name="Freeform 8"/>
            <p:cNvSpPr/>
            <p:nvPr/>
          </p:nvSpPr>
          <p:spPr>
            <a:xfrm rot="16200000">
              <a:off x="1754302" y="2802395"/>
              <a:ext cx="612775" cy="411548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4115481 h 4115481"/>
                <a:gd name="connsiteX1" fmla="*/ 612775 w 612775"/>
                <a:gd name="connsiteY1" fmla="*/ 3180443 h 4115481"/>
                <a:gd name="connsiteX2" fmla="*/ 612775 w 612775"/>
                <a:gd name="connsiteY2" fmla="*/ 0 h 4115481"/>
              </a:gdLst>
              <a:ahLst/>
              <a:cxnLst>
                <a:cxn ang="0">
                  <a:pos x="connsiteX0" y="connsiteY0"/>
                </a:cxn>
                <a:cxn ang="0">
                  <a:pos x="connsiteX1" y="connsiteY1"/>
                </a:cxn>
                <a:cxn ang="0">
                  <a:pos x="connsiteX2" y="connsiteY2"/>
                </a:cxn>
              </a:cxnLst>
              <a:rect l="l" t="t" r="r" b="b"/>
              <a:pathLst>
                <a:path w="612775" h="4115481">
                  <a:moveTo>
                    <a:pt x="0" y="4115481"/>
                  </a:moveTo>
                  <a:lnTo>
                    <a:pt x="612775" y="3180443"/>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0" name="Freeform 9"/>
            <p:cNvSpPr/>
            <p:nvPr/>
          </p:nvSpPr>
          <p:spPr>
            <a:xfrm rot="16200000">
              <a:off x="1604659" y="3152814"/>
              <a:ext cx="410751" cy="3621427"/>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 name="connsiteX0" fmla="*/ 0 w 410751"/>
                <a:gd name="connsiteY0" fmla="*/ 3614170 h 3614170"/>
                <a:gd name="connsiteX1" fmla="*/ 410751 w 410751"/>
                <a:gd name="connsiteY1" fmla="*/ 2990994 h 3614170"/>
                <a:gd name="connsiteX2" fmla="*/ 405947 w 410751"/>
                <a:gd name="connsiteY2" fmla="*/ 0 h 3614170"/>
                <a:gd name="connsiteX0" fmla="*/ 0 w 410751"/>
                <a:gd name="connsiteY0" fmla="*/ 3621427 h 3621427"/>
                <a:gd name="connsiteX1" fmla="*/ 410751 w 410751"/>
                <a:gd name="connsiteY1" fmla="*/ 2998251 h 3621427"/>
                <a:gd name="connsiteX2" fmla="*/ 405947 w 410751"/>
                <a:gd name="connsiteY2" fmla="*/ 0 h 3621427"/>
              </a:gdLst>
              <a:ahLst/>
              <a:cxnLst>
                <a:cxn ang="0">
                  <a:pos x="connsiteX0" y="connsiteY0"/>
                </a:cxn>
                <a:cxn ang="0">
                  <a:pos x="connsiteX1" y="connsiteY1"/>
                </a:cxn>
                <a:cxn ang="0">
                  <a:pos x="connsiteX2" y="connsiteY2"/>
                </a:cxn>
              </a:cxnLst>
              <a:rect l="l" t="t" r="r" b="b"/>
              <a:pathLst>
                <a:path w="410751" h="3621427">
                  <a:moveTo>
                    <a:pt x="0" y="3621427"/>
                  </a:moveTo>
                  <a:lnTo>
                    <a:pt x="410751" y="2998251"/>
                  </a:lnTo>
                  <a:cubicBezTo>
                    <a:pt x="410359" y="2065358"/>
                    <a:pt x="406339" y="932893"/>
                    <a:pt x="405947" y="0"/>
                  </a:cubicBez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11" name="Freeform 10"/>
            <p:cNvSpPr/>
            <p:nvPr/>
          </p:nvSpPr>
          <p:spPr>
            <a:xfrm rot="16200000">
              <a:off x="1462308" y="3453376"/>
              <a:ext cx="241768" cy="31797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 name="connsiteX0" fmla="*/ 0 w 241768"/>
                <a:gd name="connsiteY0" fmla="*/ 3179761 h 3179761"/>
                <a:gd name="connsiteX1" fmla="*/ 238919 w 241768"/>
                <a:gd name="connsiteY1" fmla="*/ 2819370 h 3179761"/>
                <a:gd name="connsiteX2" fmla="*/ 241754 w 241768"/>
                <a:gd name="connsiteY2" fmla="*/ 0 h 3179761"/>
              </a:gdLst>
              <a:ahLst/>
              <a:cxnLst>
                <a:cxn ang="0">
                  <a:pos x="connsiteX0" y="connsiteY0"/>
                </a:cxn>
                <a:cxn ang="0">
                  <a:pos x="connsiteX1" y="connsiteY1"/>
                </a:cxn>
                <a:cxn ang="0">
                  <a:pos x="connsiteX2" y="connsiteY2"/>
                </a:cxn>
              </a:cxnLst>
              <a:rect l="l" t="t" r="r" b="b"/>
              <a:pathLst>
                <a:path w="241768" h="3179761">
                  <a:moveTo>
                    <a:pt x="0" y="3179761"/>
                  </a:moveTo>
                  <a:lnTo>
                    <a:pt x="238919" y="2819370"/>
                  </a:lnTo>
                  <a:cubicBezTo>
                    <a:pt x="238654" y="1947313"/>
                    <a:pt x="242019" y="872057"/>
                    <a:pt x="241754"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grpSp>
      <p:sp>
        <p:nvSpPr>
          <p:cNvPr id="2" name="Title 1"/>
          <p:cNvSpPr>
            <a:spLocks noGrp="1"/>
          </p:cNvSpPr>
          <p:nvPr>
            <p:ph type="ctrTitle"/>
          </p:nvPr>
        </p:nvSpPr>
        <p:spPr>
          <a:xfrm>
            <a:off x="1625176" y="584200"/>
            <a:ext cx="8735325" cy="2000251"/>
          </a:xfrm>
        </p:spPr>
        <p:txBody>
          <a:bodyPr>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1625176" y="2616200"/>
            <a:ext cx="8735325" cy="1752600"/>
          </a:xfrm>
        </p:spPr>
        <p:txBody>
          <a:bodyPr>
            <a:normAutofit/>
          </a:bodyPr>
          <a:lstStyle>
            <a:lvl1pPr marL="0" indent="0" algn="l">
              <a:spcBef>
                <a:spcPts val="0"/>
              </a:spcBef>
              <a:buNone/>
              <a:defRPr sz="2800" cap="all" spc="200" baseline="0">
                <a:solidFill>
                  <a:schemeClr val="accent1"/>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a:p>
        </p:txBody>
      </p:sp>
      <p:sp>
        <p:nvSpPr>
          <p:cNvPr id="22" name="Date Placeholder 21"/>
          <p:cNvSpPr>
            <a:spLocks noGrp="1"/>
          </p:cNvSpPr>
          <p:nvPr>
            <p:ph type="dt" sz="half" idx="10"/>
          </p:nvPr>
        </p:nvSpPr>
        <p:spPr/>
        <p:txBody>
          <a:bodyPr/>
          <a:lstStyle/>
          <a:p>
            <a:fld id="{F0DFD029-FB74-4578-B929-F66AA97659CA}" type="datetimeFigureOut">
              <a:rPr lang="en-US"/>
              <a:t>1/27/2026</a:t>
            </a:fld>
            <a:endParaRPr/>
          </a:p>
        </p:txBody>
      </p:sp>
      <p:sp>
        <p:nvSpPr>
          <p:cNvPr id="23" name="Footer Placeholder 22"/>
          <p:cNvSpPr>
            <a:spLocks noGrp="1"/>
          </p:cNvSpPr>
          <p:nvPr>
            <p:ph type="ftr" sz="quarter" idx="11"/>
          </p:nvPr>
        </p:nvSpPr>
        <p:spPr/>
        <p:txBody>
          <a:bodyPr/>
          <a:lstStyle/>
          <a:p>
            <a:endParaRPr/>
          </a:p>
        </p:txBody>
      </p:sp>
      <p:sp>
        <p:nvSpPr>
          <p:cNvPr id="24" name="Slide Number Placeholder 2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84748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40676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1" name="diagonals"/>
          <p:cNvGrpSpPr/>
          <p:nvPr/>
        </p:nvGrpSpPr>
        <p:grpSpPr>
          <a:xfrm>
            <a:off x="7516443" y="4145281"/>
            <a:ext cx="4686117" cy="2731407"/>
            <a:chOff x="5638800" y="3108960"/>
            <a:chExt cx="3515503" cy="2048555"/>
          </a:xfrm>
        </p:grpSpPr>
        <p:cxnSp>
          <p:nvCxnSpPr>
            <p:cNvPr id="12" name="Straight Connector 11"/>
            <p:cNvCxnSpPr/>
            <p:nvPr/>
          </p:nvCxnSpPr>
          <p:spPr>
            <a:xfrm flipV="1">
              <a:off x="5638800" y="3108960"/>
              <a:ext cx="3515503" cy="2037116"/>
            </a:xfrm>
            <a:prstGeom prst="line">
              <a:avLst/>
            </a:pr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p:cNvCxnSpPr/>
            <p:nvPr/>
          </p:nvCxnSpPr>
          <p:spPr>
            <a:xfrm flipV="1">
              <a:off x="6004643" y="3333750"/>
              <a:ext cx="3149660" cy="1823765"/>
            </a:xfrm>
            <a:prstGeom prst="line">
              <a:avLst/>
            </a:pr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p:cNvCxnSpPr/>
            <p:nvPr/>
          </p:nvCxnSpPr>
          <p:spPr>
            <a:xfrm flipV="1">
              <a:off x="6388342" y="3549891"/>
              <a:ext cx="2765961" cy="1600149"/>
            </a:xfrm>
            <a:prstGeom prst="line">
              <a:avLst/>
            </a:pr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a:xfrm>
            <a:off x="1625177" y="2209801"/>
            <a:ext cx="8938472" cy="2764335"/>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625176" y="4951266"/>
            <a:ext cx="7069519" cy="1220933"/>
          </a:xfrm>
        </p:spPr>
        <p:txBody>
          <a:bodyPr anchor="t">
            <a:normAutofit/>
          </a:bodyPr>
          <a:lstStyle>
            <a:lvl1pPr marL="0" indent="0">
              <a:spcBef>
                <a:spcPts val="0"/>
              </a:spcBef>
              <a:buNone/>
              <a:defRPr sz="2800" cap="all" spc="200" baseline="0">
                <a:solidFill>
                  <a:schemeClr val="accent1"/>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DFD029-FB74-4578-B929-F66AA97659CA}" type="datetimeFigureOut">
              <a:rPr lang="en-US"/>
              <a:t>1/27/2026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61633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18883"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00707" y="1706880"/>
            <a:ext cx="5078677" cy="446532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3557647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8883"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218883"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96644" y="1701800"/>
            <a:ext cx="5082740" cy="914400"/>
          </a:xfrm>
        </p:spPr>
        <p:txBody>
          <a:bodyPr anchor="b">
            <a:normAutofit/>
          </a:bodyPr>
          <a:lstStyle>
            <a:lvl1pPr marL="0" indent="0">
              <a:spcBef>
                <a:spcPts val="0"/>
              </a:spcBef>
              <a:buNone/>
              <a:defRPr sz="2800" b="0" cap="all" spc="200" baseline="0">
                <a:solidFill>
                  <a:schemeClr val="accent1"/>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500707" y="2717800"/>
            <a:ext cx="5078677" cy="3454400"/>
          </a:xfrm>
        </p:spPr>
        <p:txBody>
          <a:bodyPr>
            <a:noAutofit/>
          </a:bodyPr>
          <a:lstStyle>
            <a:lvl1pPr>
              <a:defRPr sz="2800"/>
            </a:lvl1pPr>
            <a:lvl2pPr>
              <a:defRPr sz="24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F0DFD029-FB74-4578-B929-F66AA97659CA}" type="datetimeFigureOut">
              <a:rPr lang="en-US"/>
              <a:t>1/27/2026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381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F0DFD029-FB74-4578-B929-F66AA97659CA}" type="datetimeFigureOut">
              <a:rPr lang="en-US"/>
              <a:t>1/27/2026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51522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FD029-FB74-4578-B929-F66AA97659CA}" type="datetimeFigureOut">
              <a:rPr lang="en-US"/>
              <a:t>1/27/2026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2172478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Content Placeholder 2"/>
          <p:cNvSpPr>
            <a:spLocks noGrp="1"/>
          </p:cNvSpPr>
          <p:nvPr>
            <p:ph idx="1"/>
          </p:nvPr>
        </p:nvSpPr>
        <p:spPr>
          <a:xfrm>
            <a:off x="5484971" y="584200"/>
            <a:ext cx="6094413" cy="5588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F0DFD029-FB74-4578-B929-F66AA97659CA}" type="datetimeFigureOut">
              <a:rPr lang="en-US"/>
              <a:t>1/27/2026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618139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8882" y="1701800"/>
            <a:ext cx="4062942" cy="2438400"/>
          </a:xfrm>
        </p:spPr>
        <p:txBody>
          <a:bodyPr anchor="b">
            <a:normAutofit/>
          </a:bodyPr>
          <a:lstStyle>
            <a:lvl1pPr algn="l">
              <a:defRPr sz="2800" b="0" cap="all" spc="200" baseline="0">
                <a:solidFill>
                  <a:schemeClr val="accent1"/>
                </a:solidFill>
              </a:defRPr>
            </a:lvl1pPr>
          </a:lstStyle>
          <a:p>
            <a:r>
              <a:rPr lang="en-US"/>
              <a:t>Click to edit Master title style</a:t>
            </a:r>
            <a:endParaRPr/>
          </a:p>
        </p:txBody>
      </p:sp>
      <p:sp>
        <p:nvSpPr>
          <p:cNvPr id="4" name="Text Placeholder 3"/>
          <p:cNvSpPr>
            <a:spLocks noGrp="1"/>
          </p:cNvSpPr>
          <p:nvPr>
            <p:ph type="body" sz="half" idx="2"/>
          </p:nvPr>
        </p:nvSpPr>
        <p:spPr>
          <a:xfrm>
            <a:off x="1218882" y="4241800"/>
            <a:ext cx="4062942" cy="1930400"/>
          </a:xfrm>
        </p:spPr>
        <p:txBody>
          <a:bodyPr>
            <a:normAutofit/>
          </a:bodyPr>
          <a:lstStyle>
            <a:lvl1pPr marL="0" indent="0">
              <a:buNone/>
              <a:defRPr sz="20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5484971" y="584200"/>
            <a:ext cx="6094413" cy="5588000"/>
          </a:xfrm>
          <a:ln w="12700">
            <a:solidFill>
              <a:schemeClr val="bg1">
                <a:lumMod val="75000"/>
                <a:lumOff val="25000"/>
              </a:schemeClr>
            </a:solidFill>
            <a:miter lim="800000"/>
          </a:ln>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5" name="Date Placeholder 4"/>
          <p:cNvSpPr>
            <a:spLocks noGrp="1"/>
          </p:cNvSpPr>
          <p:nvPr>
            <p:ph type="dt" sz="half" idx="10"/>
          </p:nvPr>
        </p:nvSpPr>
        <p:spPr/>
        <p:txBody>
          <a:bodyPr/>
          <a:lstStyle/>
          <a:p>
            <a:fld id="{F0DFD029-FB74-4578-B929-F66AA97659CA}" type="datetimeFigureOut">
              <a:rPr lang="en-US"/>
              <a:t>1/27/2026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422343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199667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584200"/>
            <a:ext cx="2742486" cy="55880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8882" y="584200"/>
            <a:ext cx="7414869" cy="55880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F0DFD029-FB74-4578-B929-F66AA97659CA}" type="datetimeFigureOut">
              <a:rPr lang="en-US"/>
              <a:t>1/27/2026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C014DD1E-5D91-48A3-AD6D-45FBA980D106}" type="slidenum">
              <a:rPr/>
              <a:t>‹#›</a:t>
            </a:fld>
            <a:endParaRPr/>
          </a:p>
        </p:txBody>
      </p:sp>
    </p:spTree>
    <p:extLst>
      <p:ext uri="{BB962C8B-B14F-4D97-AF65-F5344CB8AC3E}">
        <p14:creationId xmlns:p14="http://schemas.microsoft.com/office/powerpoint/2010/main" val="5958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tint val="100000"/>
                <a:shade val="0"/>
                <a:satMod val="100000"/>
              </a:schemeClr>
            </a:gs>
            <a:gs pos="85000">
              <a:schemeClr val="bg2">
                <a:tint val="100000"/>
                <a:shade val="30000"/>
                <a:satMod val="100000"/>
              </a:schemeClr>
            </a:gs>
            <a:gs pos="100000">
              <a:schemeClr val="bg2">
                <a:shade val="60000"/>
                <a:satMod val="100000"/>
              </a:schemeClr>
            </a:gs>
          </a:gsLst>
          <a:lin ang="3600000" scaled="0"/>
          <a:tileRect/>
        </a:gradFill>
        <a:effectLst/>
      </p:bgPr>
    </p:bg>
    <p:spTree>
      <p:nvGrpSpPr>
        <p:cNvPr id="1" name=""/>
        <p:cNvGrpSpPr/>
        <p:nvPr/>
      </p:nvGrpSpPr>
      <p:grpSpPr>
        <a:xfrm>
          <a:off x="0" y="0"/>
          <a:ext cx="0" cy="0"/>
          <a:chOff x="0" y="0"/>
          <a:chExt cx="0" cy="0"/>
        </a:xfrm>
      </p:grpSpPr>
      <p:grpSp>
        <p:nvGrpSpPr>
          <p:cNvPr id="15" name="left lines"/>
          <p:cNvGrpSpPr/>
          <p:nvPr/>
        </p:nvGrpSpPr>
        <p:grpSpPr>
          <a:xfrm>
            <a:off x="-15870" y="-3174"/>
            <a:ext cx="819993" cy="5229225"/>
            <a:chOff x="-11906" y="-2381"/>
            <a:chExt cx="615155" cy="3921919"/>
          </a:xfrm>
        </p:grpSpPr>
        <p:sp>
          <p:nvSpPr>
            <p:cNvPr id="10" name="Freeform 9"/>
            <p:cNvSpPr/>
            <p:nvPr/>
          </p:nvSpPr>
          <p:spPr>
            <a:xfrm>
              <a:off x="-9526" y="0"/>
              <a:ext cx="612775" cy="3919538"/>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Lst>
              <a:ahLst/>
              <a:cxnLst>
                <a:cxn ang="0">
                  <a:pos x="connsiteX0" y="connsiteY0"/>
                </a:cxn>
                <a:cxn ang="0">
                  <a:pos x="connsiteX1" y="connsiteY1"/>
                </a:cxn>
                <a:cxn ang="0">
                  <a:pos x="connsiteX2" y="connsiteY2"/>
                </a:cxn>
              </a:cxnLst>
              <a:rect l="l" t="t" r="r" b="b"/>
              <a:pathLst>
                <a:path w="612775" h="3919538">
                  <a:moveTo>
                    <a:pt x="0" y="3919538"/>
                  </a:moveTo>
                  <a:lnTo>
                    <a:pt x="612775" y="2984500"/>
                  </a:lnTo>
                  <a:lnTo>
                    <a:pt x="612775" y="0"/>
                  </a:lnTo>
                </a:path>
              </a:pathLst>
            </a:custGeom>
            <a:noFill/>
            <a:ln w="38100">
              <a:gradFill>
                <a:gsLst>
                  <a:gs pos="50000">
                    <a:schemeClr val="accent1">
                      <a:lumMod val="75000"/>
                    </a:schemeClr>
                  </a:gs>
                  <a:gs pos="0">
                    <a:schemeClr val="accent1"/>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reeform 10"/>
            <p:cNvSpPr/>
            <p:nvPr/>
          </p:nvSpPr>
          <p:spPr>
            <a:xfrm>
              <a:off x="-11906" y="0"/>
              <a:ext cx="410751" cy="3421856"/>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202024 w 612775"/>
                <a:gd name="connsiteY1" fmla="*/ 3607676 h 3919538"/>
                <a:gd name="connsiteX2" fmla="*/ 612775 w 612775"/>
                <a:gd name="connsiteY2" fmla="*/ 2984500 h 3919538"/>
                <a:gd name="connsiteX3" fmla="*/ 612775 w 612775"/>
                <a:gd name="connsiteY3" fmla="*/ 0 h 3919538"/>
                <a:gd name="connsiteX0" fmla="*/ 0 w 410751"/>
                <a:gd name="connsiteY0" fmla="*/ 3607676 h 3607676"/>
                <a:gd name="connsiteX1" fmla="*/ 410751 w 410751"/>
                <a:gd name="connsiteY1" fmla="*/ 2984500 h 3607676"/>
                <a:gd name="connsiteX2" fmla="*/ 410751 w 410751"/>
                <a:gd name="connsiteY2" fmla="*/ 0 h 3607676"/>
                <a:gd name="connsiteX0" fmla="*/ 0 w 410751"/>
                <a:gd name="connsiteY0" fmla="*/ 3607676 h 3607676"/>
                <a:gd name="connsiteX1" fmla="*/ 410751 w 410751"/>
                <a:gd name="connsiteY1" fmla="*/ 2984500 h 3607676"/>
                <a:gd name="connsiteX2" fmla="*/ 409575 w 410751"/>
                <a:gd name="connsiteY2" fmla="*/ 185820 h 3607676"/>
                <a:gd name="connsiteX3" fmla="*/ 410751 w 410751"/>
                <a:gd name="connsiteY3" fmla="*/ 0 h 3607676"/>
                <a:gd name="connsiteX0" fmla="*/ 0 w 410751"/>
                <a:gd name="connsiteY0" fmla="*/ 3421856 h 3421856"/>
                <a:gd name="connsiteX1" fmla="*/ 410751 w 410751"/>
                <a:gd name="connsiteY1" fmla="*/ 2798680 h 3421856"/>
                <a:gd name="connsiteX2" fmla="*/ 409575 w 410751"/>
                <a:gd name="connsiteY2" fmla="*/ 0 h 3421856"/>
              </a:gdLst>
              <a:ahLst/>
              <a:cxnLst>
                <a:cxn ang="0">
                  <a:pos x="connsiteX0" y="connsiteY0"/>
                </a:cxn>
                <a:cxn ang="0">
                  <a:pos x="connsiteX1" y="connsiteY1"/>
                </a:cxn>
                <a:cxn ang="0">
                  <a:pos x="connsiteX2" y="connsiteY2"/>
                </a:cxn>
              </a:cxnLst>
              <a:rect l="l" t="t" r="r" b="b"/>
              <a:pathLst>
                <a:path w="410751" h="3421856">
                  <a:moveTo>
                    <a:pt x="0" y="3421856"/>
                  </a:moveTo>
                  <a:lnTo>
                    <a:pt x="410751" y="2798680"/>
                  </a:lnTo>
                  <a:lnTo>
                    <a:pt x="409575" y="0"/>
                  </a:lnTo>
                </a:path>
              </a:pathLst>
            </a:custGeom>
            <a:noFill/>
            <a:ln w="28575">
              <a:gradFill>
                <a:gsLst>
                  <a:gs pos="0">
                    <a:schemeClr val="accent1">
                      <a:lumMod val="75000"/>
                    </a:schemeClr>
                  </a:gs>
                  <a:gs pos="50000">
                    <a:schemeClr val="accent1">
                      <a:lumMod val="75000"/>
                    </a:schemeClr>
                  </a:gs>
                  <a:gs pos="100000">
                    <a:schemeClr val="accent1"/>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Freeform 13"/>
            <p:cNvSpPr/>
            <p:nvPr/>
          </p:nvSpPr>
          <p:spPr>
            <a:xfrm>
              <a:off x="-7144" y="-2381"/>
              <a:ext cx="238919" cy="2976561"/>
            </a:xfrm>
            <a:custGeom>
              <a:avLst/>
              <a:gdLst>
                <a:gd name="connsiteX0" fmla="*/ 0 w 603250"/>
                <a:gd name="connsiteY0" fmla="*/ 3905250 h 3905250"/>
                <a:gd name="connsiteX1" fmla="*/ 603250 w 603250"/>
                <a:gd name="connsiteY1" fmla="*/ 2984500 h 3905250"/>
                <a:gd name="connsiteX2" fmla="*/ 603250 w 603250"/>
                <a:gd name="connsiteY2" fmla="*/ 0 h 3905250"/>
                <a:gd name="connsiteX0" fmla="*/ 0 w 612775"/>
                <a:gd name="connsiteY0" fmla="*/ 3919538 h 3919538"/>
                <a:gd name="connsiteX1" fmla="*/ 612775 w 612775"/>
                <a:gd name="connsiteY1" fmla="*/ 2984500 h 3919538"/>
                <a:gd name="connsiteX2" fmla="*/ 612775 w 612775"/>
                <a:gd name="connsiteY2" fmla="*/ 0 h 3919538"/>
                <a:gd name="connsiteX0" fmla="*/ 0 w 612775"/>
                <a:gd name="connsiteY0" fmla="*/ 3919538 h 3919538"/>
                <a:gd name="connsiteX1" fmla="*/ 373856 w 612775"/>
                <a:gd name="connsiteY1" fmla="*/ 3344891 h 3919538"/>
                <a:gd name="connsiteX2" fmla="*/ 612775 w 612775"/>
                <a:gd name="connsiteY2" fmla="*/ 2984500 h 3919538"/>
                <a:gd name="connsiteX3" fmla="*/ 612775 w 612775"/>
                <a:gd name="connsiteY3" fmla="*/ 0 h 3919538"/>
                <a:gd name="connsiteX0" fmla="*/ 0 w 238919"/>
                <a:gd name="connsiteY0" fmla="*/ 3344891 h 3344891"/>
                <a:gd name="connsiteX1" fmla="*/ 238919 w 238919"/>
                <a:gd name="connsiteY1" fmla="*/ 2984500 h 3344891"/>
                <a:gd name="connsiteX2" fmla="*/ 238919 w 238919"/>
                <a:gd name="connsiteY2" fmla="*/ 0 h 3344891"/>
                <a:gd name="connsiteX0" fmla="*/ 0 w 238919"/>
                <a:gd name="connsiteY0" fmla="*/ 3344891 h 3344891"/>
                <a:gd name="connsiteX1" fmla="*/ 238919 w 238919"/>
                <a:gd name="connsiteY1" fmla="*/ 2984500 h 3344891"/>
                <a:gd name="connsiteX2" fmla="*/ 238125 w 238919"/>
                <a:gd name="connsiteY2" fmla="*/ 368330 h 3344891"/>
                <a:gd name="connsiteX3" fmla="*/ 238919 w 238919"/>
                <a:gd name="connsiteY3" fmla="*/ 0 h 3344891"/>
                <a:gd name="connsiteX0" fmla="*/ 0 w 238919"/>
                <a:gd name="connsiteY0" fmla="*/ 2976561 h 2976561"/>
                <a:gd name="connsiteX1" fmla="*/ 238919 w 238919"/>
                <a:gd name="connsiteY1" fmla="*/ 2616170 h 2976561"/>
                <a:gd name="connsiteX2" fmla="*/ 238125 w 238919"/>
                <a:gd name="connsiteY2" fmla="*/ 0 h 2976561"/>
              </a:gdLst>
              <a:ahLst/>
              <a:cxnLst>
                <a:cxn ang="0">
                  <a:pos x="connsiteX0" y="connsiteY0"/>
                </a:cxn>
                <a:cxn ang="0">
                  <a:pos x="connsiteX1" y="connsiteY1"/>
                </a:cxn>
                <a:cxn ang="0">
                  <a:pos x="connsiteX2" y="connsiteY2"/>
                </a:cxn>
              </a:cxnLst>
              <a:rect l="l" t="t" r="r" b="b"/>
              <a:pathLst>
                <a:path w="238919" h="2976561">
                  <a:moveTo>
                    <a:pt x="0" y="2976561"/>
                  </a:moveTo>
                  <a:lnTo>
                    <a:pt x="238919" y="2616170"/>
                  </a:lnTo>
                  <a:cubicBezTo>
                    <a:pt x="238654" y="1744113"/>
                    <a:pt x="238390" y="872057"/>
                    <a:pt x="238125" y="0"/>
                  </a:cubicBezTo>
                </a:path>
              </a:pathLst>
            </a:custGeom>
            <a:noFill/>
            <a:ln w="25400">
              <a:gradFill>
                <a:gsLst>
                  <a:gs pos="0">
                    <a:schemeClr val="accent1">
                      <a:lumMod val="50000"/>
                    </a:schemeClr>
                  </a:gs>
                  <a:gs pos="100000">
                    <a:schemeClr val="accent1">
                      <a:lumMod val="75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Placeholder 1"/>
          <p:cNvSpPr>
            <a:spLocks noGrp="1"/>
          </p:cNvSpPr>
          <p:nvPr>
            <p:ph type="title"/>
          </p:nvPr>
        </p:nvSpPr>
        <p:spPr>
          <a:xfrm>
            <a:off x="1218883" y="274637"/>
            <a:ext cx="10360501" cy="1223963"/>
          </a:xfrm>
          <a:prstGeom prst="rect">
            <a:avLst/>
          </a:prstGeom>
        </p:spPr>
        <p:txBody>
          <a:bodyPr vert="horz" lIns="121899" tIns="60949" rIns="121899" bIns="60949" rtlCol="0" anchor="b">
            <a:normAutofit/>
          </a:bodyPr>
          <a:lstStyle/>
          <a:p>
            <a:r>
              <a:rPr lang="en-US"/>
              <a:t>Click to edit Master title style</a:t>
            </a:r>
            <a:endParaRPr/>
          </a:p>
        </p:txBody>
      </p:sp>
      <p:sp>
        <p:nvSpPr>
          <p:cNvPr id="3" name="Text Placeholder 2"/>
          <p:cNvSpPr>
            <a:spLocks noGrp="1"/>
          </p:cNvSpPr>
          <p:nvPr>
            <p:ph type="body" idx="1"/>
          </p:nvPr>
        </p:nvSpPr>
        <p:spPr>
          <a:xfrm>
            <a:off x="1218883" y="1701797"/>
            <a:ext cx="10360501" cy="4462272"/>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218882" y="6356352"/>
            <a:ext cx="2234618" cy="365125"/>
          </a:xfrm>
          <a:prstGeom prst="rect">
            <a:avLst/>
          </a:prstGeom>
        </p:spPr>
        <p:txBody>
          <a:bodyPr vert="horz" lIns="121899" tIns="60949" rIns="121899" bIns="60949" rtlCol="0" anchor="ctr"/>
          <a:lstStyle>
            <a:lvl1pPr algn="l">
              <a:defRPr sz="1200">
                <a:solidFill>
                  <a:schemeClr val="tx1">
                    <a:tint val="75000"/>
                  </a:schemeClr>
                </a:solidFill>
              </a:defRPr>
            </a:lvl1pPr>
          </a:lstStyle>
          <a:p>
            <a:fld id="{F0DFD029-FB74-4578-B929-F66AA97659CA}" type="datetimeFigureOut">
              <a:rPr lang="en-US"/>
              <a:pPr/>
              <a:t>1/27/2026</a:t>
            </a:fld>
            <a:endParaRPr/>
          </a:p>
        </p:txBody>
      </p:sp>
      <p:sp>
        <p:nvSpPr>
          <p:cNvPr id="5" name="Footer Placeholder 4"/>
          <p:cNvSpPr>
            <a:spLocks noGrp="1"/>
          </p:cNvSpPr>
          <p:nvPr>
            <p:ph type="ftr" sz="quarter" idx="3"/>
          </p:nvPr>
        </p:nvSpPr>
        <p:spPr>
          <a:xfrm>
            <a:off x="3453501" y="6356352"/>
            <a:ext cx="5281824" cy="365125"/>
          </a:xfrm>
          <a:prstGeom prst="rect">
            <a:avLst/>
          </a:prstGeom>
        </p:spPr>
        <p:txBody>
          <a:bodyPr vert="horz" lIns="121899" tIns="60949" rIns="121899" bIns="60949"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10563649" y="6356352"/>
            <a:ext cx="1015735" cy="365125"/>
          </a:xfrm>
          <a:prstGeom prst="rect">
            <a:avLst/>
          </a:prstGeom>
        </p:spPr>
        <p:txBody>
          <a:bodyPr vert="horz" lIns="121899" tIns="60949" rIns="121899" bIns="60949" rtlCol="0" anchor="ctr"/>
          <a:lstStyle>
            <a:lvl1pPr algn="r">
              <a:defRPr sz="1200">
                <a:solidFill>
                  <a:schemeClr val="tx1">
                    <a:tint val="75000"/>
                  </a:schemeClr>
                </a:solidFill>
              </a:defRPr>
            </a:lvl1pPr>
          </a:lstStyle>
          <a:p>
            <a:fld id="{C014DD1E-5D91-48A3-AD6D-45FBA980D106}" type="slidenum">
              <a:rPr/>
              <a:pPr/>
              <a:t>‹#›</a:t>
            </a:fld>
            <a:endParaRPr/>
          </a:p>
        </p:txBody>
      </p:sp>
    </p:spTree>
    <p:extLst>
      <p:ext uri="{BB962C8B-B14F-4D97-AF65-F5344CB8AC3E}">
        <p14:creationId xmlns:p14="http://schemas.microsoft.com/office/powerpoint/2010/main" val="13952758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218987"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304747" indent="-304747" algn="l" defTabSz="1218987" rtl="0" eaLnBrk="1" latinLnBrk="0" hangingPunct="1">
        <a:lnSpc>
          <a:spcPct val="90000"/>
        </a:lnSpc>
        <a:spcBef>
          <a:spcPts val="1600"/>
        </a:spcBef>
        <a:buClr>
          <a:schemeClr val="accent1"/>
        </a:buClr>
        <a:buSzPct val="100000"/>
        <a:buFont typeface="Arial" pitchFamily="34" charset="0"/>
        <a:buChar char="•"/>
        <a:defRPr sz="2800" kern="1200">
          <a:solidFill>
            <a:schemeClr val="tx1"/>
          </a:solidFill>
          <a:latin typeface="+mn-lt"/>
          <a:ea typeface="+mn-ea"/>
          <a:cs typeface="+mn-cs"/>
        </a:defRPr>
      </a:lvl1pPr>
      <a:lvl2pPr marL="609493" indent="-231607" algn="l" defTabSz="1218987" rtl="0" eaLnBrk="1" latinLnBrk="0" hangingPunct="1">
        <a:lnSpc>
          <a:spcPct val="90000"/>
        </a:lnSpc>
        <a:spcBef>
          <a:spcPts val="800"/>
        </a:spcBef>
        <a:buClr>
          <a:schemeClr val="accent1"/>
        </a:buClr>
        <a:buSzPct val="80000"/>
        <a:buFont typeface="Arial" pitchFamily="34" charset="0"/>
        <a:buChar char="•"/>
        <a:defRPr sz="2400" kern="1200">
          <a:solidFill>
            <a:schemeClr val="tx1"/>
          </a:solidFill>
          <a:latin typeface="+mn-lt"/>
          <a:ea typeface="+mn-ea"/>
          <a:cs typeface="+mn-cs"/>
        </a:defRPr>
      </a:lvl2pPr>
      <a:lvl3pPr marL="91424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3pPr>
      <a:lvl4pPr marL="121898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4pPr>
      <a:lvl5pPr marL="1523733"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5pPr>
      <a:lvl6pPr marL="1828480"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6pPr>
      <a:lvl7pPr marL="2133227" indent="-231607" algn="l" defTabSz="1218987" rtl="0" eaLnBrk="1" latinLnBrk="0" hangingPunct="1">
        <a:lnSpc>
          <a:spcPct val="90000"/>
        </a:lnSpc>
        <a:spcBef>
          <a:spcPts val="800"/>
        </a:spcBef>
        <a:buClr>
          <a:schemeClr val="accent1"/>
        </a:buClr>
        <a:buSzPct val="80000"/>
        <a:buFont typeface="Arial" pitchFamily="34" charset="0"/>
        <a:buChar char="•"/>
        <a:defRPr sz="2000" kern="1200">
          <a:solidFill>
            <a:schemeClr val="tx1"/>
          </a:solidFill>
          <a:latin typeface="+mn-lt"/>
          <a:ea typeface="+mn-ea"/>
          <a:cs typeface="+mn-cs"/>
        </a:defRPr>
      </a:lvl7pPr>
      <a:lvl8pPr marL="2437973"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8pPr>
      <a:lvl9pPr marL="2742720" indent="-231607" algn="l" defTabSz="1218987" rtl="0" eaLnBrk="1" latinLnBrk="0" hangingPunct="1">
        <a:lnSpc>
          <a:spcPct val="90000"/>
        </a:lnSpc>
        <a:spcBef>
          <a:spcPts val="800"/>
        </a:spcBef>
        <a:buClr>
          <a:schemeClr val="accent1"/>
        </a:buClr>
        <a:buSzPct val="80000"/>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Smart Community Resource Management and Behavioral Sustainability</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32291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 :</a:t>
            </a:r>
          </a:p>
        </p:txBody>
      </p:sp>
      <p:sp>
        <p:nvSpPr>
          <p:cNvPr id="14" name="Content Placeholder 13"/>
          <p:cNvSpPr>
            <a:spLocks noGrp="1"/>
          </p:cNvSpPr>
          <p:nvPr>
            <p:ph idx="1"/>
          </p:nvPr>
        </p:nvSpPr>
        <p:spPr/>
        <p:txBody>
          <a:bodyPr>
            <a:normAutofit lnSpcReduction="10000"/>
          </a:bodyPr>
          <a:lstStyle/>
          <a:p>
            <a:r>
              <a:rPr lang="en-IN" dirty="0"/>
              <a:t> Introduction to Smart Community Resource Management </a:t>
            </a:r>
          </a:p>
          <a:p>
            <a:r>
              <a:rPr lang="en-IN" dirty="0"/>
              <a:t>The Role of Technology in Sustainable Urban Development </a:t>
            </a:r>
          </a:p>
          <a:p>
            <a:r>
              <a:rPr lang="en-IN" dirty="0"/>
              <a:t>Key Components of a Smart Community Framework </a:t>
            </a:r>
          </a:p>
          <a:p>
            <a:r>
              <a:rPr lang="en-IN" dirty="0"/>
              <a:t>Strategies for Managing Energy Resources Sustainably </a:t>
            </a:r>
          </a:p>
          <a:p>
            <a:r>
              <a:rPr lang="en-IN" dirty="0"/>
              <a:t>Water Resource Management Innovations </a:t>
            </a:r>
          </a:p>
          <a:p>
            <a:r>
              <a:rPr lang="en-IN" dirty="0"/>
              <a:t>Waste Management and Recycling Technologies</a:t>
            </a:r>
          </a:p>
          <a:p>
            <a:r>
              <a:rPr lang="en-IN" dirty="0"/>
              <a:t>Fostering </a:t>
            </a:r>
            <a:r>
              <a:rPr lang="en-IN" dirty="0" err="1"/>
              <a:t>Behavioral</a:t>
            </a:r>
            <a:r>
              <a:rPr lang="en-IN" dirty="0"/>
              <a:t> Sustainability in Communities </a:t>
            </a:r>
          </a:p>
          <a:p>
            <a:r>
              <a:rPr lang="en-IN" dirty="0"/>
              <a:t>Conclusion and Future Perspective</a:t>
            </a:r>
            <a:endParaRPr lang="en-US" dirty="0"/>
          </a:p>
        </p:txBody>
      </p:sp>
    </p:spTree>
    <p:extLst>
      <p:ext uri="{BB962C8B-B14F-4D97-AF65-F5344CB8AC3E}">
        <p14:creationId xmlns:p14="http://schemas.microsoft.com/office/powerpoint/2010/main" val="352911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t>Introduction to Smart Community Resource Management</a:t>
            </a:r>
          </a:p>
        </p:txBody>
      </p:sp>
      <p:sp>
        <p:nvSpPr>
          <p:cNvPr id="3" name="Content Placeholder 2">
            <a:extLst>
              <a:ext uri="{FF2B5EF4-FFF2-40B4-BE49-F238E27FC236}">
                <a16:creationId xmlns:a16="http://schemas.microsoft.com/office/drawing/2014/main" id="{E7B0D866-8808-B2B9-3C4C-C14D88B0AA6D}"/>
              </a:ext>
            </a:extLst>
          </p:cNvPr>
          <p:cNvSpPr>
            <a:spLocks noGrp="1"/>
          </p:cNvSpPr>
          <p:nvPr>
            <p:ph idx="1"/>
          </p:nvPr>
        </p:nvSpPr>
        <p:spPr/>
        <p:txBody>
          <a:bodyPr>
            <a:normAutofit fontScale="62500" lnSpcReduction="20000"/>
          </a:bodyPr>
          <a:lstStyle/>
          <a:p>
            <a:r>
              <a:rPr lang="en-US" b="1" dirty="0"/>
              <a:t>Definition of smart community resource management </a:t>
            </a:r>
          </a:p>
          <a:p>
            <a:pPr marL="0" indent="0">
              <a:buNone/>
            </a:pPr>
            <a:r>
              <a:rPr lang="en-US" dirty="0"/>
              <a:t>Smart community resource management refers to the strategic use of digital technologies, data analytics, and interconnected systems to efficiently monitor, control, and optimize the use of urban resources such as energy, water, and waste. It aims to enhance quality of life, reduce environmental impact, and foster resilient, sustainable communities through innovative technological solutions. </a:t>
            </a:r>
          </a:p>
          <a:p>
            <a:r>
              <a:rPr lang="en-US" b="1" dirty="0"/>
              <a:t>Importance of integrating technology for sustainability </a:t>
            </a:r>
          </a:p>
          <a:p>
            <a:pPr marL="0" indent="0">
              <a:buNone/>
            </a:pPr>
            <a:r>
              <a:rPr lang="en-US" dirty="0"/>
              <a:t>Integrating technology into urban systems enables real-time monitoring, predictive analytics, and enhanced decision-making capabilities. These advancements help communities reduce resource waste, lower operational costs, and promote sustainable practices. Ultimately, technology-driven resource management supports urban resilience and helps cities meet environmental and social sustainability goals.</a:t>
            </a:r>
          </a:p>
          <a:p>
            <a:r>
              <a:rPr lang="en-US" b="1" dirty="0"/>
              <a:t> Overview of current challenges in urban resource management </a:t>
            </a:r>
          </a:p>
          <a:p>
            <a:pPr marL="0" indent="0">
              <a:buNone/>
            </a:pPr>
            <a:r>
              <a:rPr lang="en-US" dirty="0"/>
              <a:t>Urban areas face numerous challenges including increasing population density, aging infrastructure, climate change impacts, and rising resource demands. Inefficient resource use, pollution, and inadequate infrastructure planning further complicate sustainable management efforts, underscoring the need for innovative, technology-enabled solutions to address these complex issues</a:t>
            </a:r>
            <a:endParaRPr lang="en-IN" dirty="0"/>
          </a:p>
        </p:txBody>
      </p:sp>
    </p:spTree>
    <p:extLst>
      <p:ext uri="{BB962C8B-B14F-4D97-AF65-F5344CB8AC3E}">
        <p14:creationId xmlns:p14="http://schemas.microsoft.com/office/powerpoint/2010/main" val="148481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Role of Technology in Sustainable Urban Development</a:t>
            </a:r>
          </a:p>
        </p:txBody>
      </p:sp>
      <p:sp>
        <p:nvSpPr>
          <p:cNvPr id="3" name="Content Placeholder 2"/>
          <p:cNvSpPr>
            <a:spLocks noGrp="1"/>
          </p:cNvSpPr>
          <p:nvPr>
            <p:ph sz="half" idx="1"/>
          </p:nvPr>
        </p:nvSpPr>
        <p:spPr>
          <a:xfrm>
            <a:off x="1218883" y="1706879"/>
            <a:ext cx="10780185" cy="4876483"/>
          </a:xfrm>
        </p:spPr>
        <p:txBody>
          <a:bodyPr>
            <a:normAutofit fontScale="70000" lnSpcReduction="20000"/>
          </a:bodyPr>
          <a:lstStyle/>
          <a:p>
            <a:r>
              <a:rPr lang="en-US" b="1" dirty="0"/>
              <a:t>Smart sensors and IoT devices for real-time monitoring </a:t>
            </a:r>
          </a:p>
          <a:p>
            <a:pPr marL="0" indent="0">
              <a:buNone/>
            </a:pPr>
            <a:r>
              <a:rPr lang="en-US" dirty="0"/>
              <a:t>Smart sensors and Internet of Things (IoT) devices are critical tools that collect real-time data on environmental conditions, resource usage, and infrastructure health. This continuous flow of information allows urban planners and managers to make timely decisions, quickly address issues, and optimize resource distribution for greater sustainability.</a:t>
            </a:r>
          </a:p>
          <a:p>
            <a:r>
              <a:rPr lang="en-US" dirty="0"/>
              <a:t> </a:t>
            </a:r>
            <a:r>
              <a:rPr lang="en-US" b="1" dirty="0"/>
              <a:t>Data analytics for informed decision-making</a:t>
            </a:r>
          </a:p>
          <a:p>
            <a:pPr marL="0" indent="0">
              <a:buNone/>
            </a:pPr>
            <a:r>
              <a:rPr lang="en-US" dirty="0"/>
              <a:t> Advanced data analytics convert raw sensor data into actionable insights, revealing patterns and trends that inform policy and operational choices. Data-driven decision-making enhances efficiency, predicts future needs, and supports proactive management of urban resources, ultimately fostering more sustainable communities.</a:t>
            </a:r>
          </a:p>
          <a:p>
            <a:r>
              <a:rPr lang="en-US" dirty="0"/>
              <a:t> </a:t>
            </a:r>
            <a:r>
              <a:rPr lang="en-US" b="1" dirty="0"/>
              <a:t>Examples of successful technology implementation</a:t>
            </a:r>
          </a:p>
          <a:p>
            <a:pPr marL="0" indent="0">
              <a:buNone/>
            </a:pPr>
            <a:r>
              <a:rPr lang="en-US" dirty="0"/>
              <a:t> Cities worldwide have implemented smart city technologies with notable success—examples include Barcelona’s IoT-enabled water management system, Amsterdam’s smart energy grids, and Singapore’s integrated urban monitoring platform. These initiatives demonstrate how technology can significantly improve resource efficiency and urban sustainability</a:t>
            </a:r>
          </a:p>
        </p:txBody>
      </p:sp>
      <p:sp>
        <p:nvSpPr>
          <p:cNvPr id="6" name="Content Placeholder 5">
            <a:extLst>
              <a:ext uri="{FF2B5EF4-FFF2-40B4-BE49-F238E27FC236}">
                <a16:creationId xmlns:a16="http://schemas.microsoft.com/office/drawing/2014/main" id="{FECD40B6-328D-C2EE-A9FA-4EABE9E95B18}"/>
              </a:ext>
            </a:extLst>
          </p:cNvPr>
          <p:cNvSpPr>
            <a:spLocks noGrp="1"/>
          </p:cNvSpPr>
          <p:nvPr>
            <p:ph sz="half" idx="2"/>
          </p:nvPr>
        </p:nvSpPr>
        <p:spPr>
          <a:xfrm>
            <a:off x="13007180" y="-171400"/>
            <a:ext cx="1838317" cy="4112152"/>
          </a:xfrm>
        </p:spPr>
        <p:txBody>
          <a:bodyPr>
            <a:normAutofit fontScale="70000" lnSpcReduction="20000"/>
          </a:bodyPr>
          <a:lstStyle/>
          <a:p>
            <a:endParaRPr lang="en-IN" dirty="0"/>
          </a:p>
        </p:txBody>
      </p:sp>
    </p:spTree>
    <p:extLst>
      <p:ext uri="{BB962C8B-B14F-4D97-AF65-F5344CB8AC3E}">
        <p14:creationId xmlns:p14="http://schemas.microsoft.com/office/powerpoint/2010/main" val="234191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Content Layout with SmartArt</a:t>
            </a:r>
          </a:p>
        </p:txBody>
      </p:sp>
      <p:sp>
        <p:nvSpPr>
          <p:cNvPr id="3" name="Content Placeholder 2"/>
          <p:cNvSpPr>
            <a:spLocks noGrp="1"/>
          </p:cNvSpPr>
          <p:nvPr>
            <p:ph sz="half" idx="1"/>
          </p:nvPr>
        </p:nvSpPr>
        <p:spPr/>
        <p:txBody>
          <a:bodyPr/>
          <a:lstStyle/>
          <a:p>
            <a:r>
              <a:rPr lang="en-US" dirty="0"/>
              <a:t>First bullet point here</a:t>
            </a:r>
          </a:p>
          <a:p>
            <a:r>
              <a:rPr lang="en-US" dirty="0"/>
              <a:t>Second bullet point here</a:t>
            </a:r>
          </a:p>
          <a:p>
            <a:r>
              <a:rPr lang="en-US" dirty="0"/>
              <a:t>Third bullet point here</a:t>
            </a:r>
          </a:p>
        </p:txBody>
      </p:sp>
      <p:graphicFrame>
        <p:nvGraphicFramePr>
          <p:cNvPr id="5" name="Content Placeholder 4" descr="Staggered process showing 3 tasks arranged one below the other and two downward pointing arrows are used to indicate progression from first task to second task and second task to third task."/>
          <p:cNvGraphicFramePr>
            <a:graphicFrameLocks noGrp="1"/>
          </p:cNvGraphicFramePr>
          <p:nvPr>
            <p:ph sz="half" idx="2"/>
            <p:extLst>
              <p:ext uri="{D42A27DB-BD31-4B8C-83A1-F6EECF244321}">
                <p14:modId xmlns:p14="http://schemas.microsoft.com/office/powerpoint/2010/main" val="2561100622"/>
              </p:ext>
            </p:extLst>
          </p:nvPr>
        </p:nvGraphicFramePr>
        <p:xfrm>
          <a:off x="6500813" y="1706563"/>
          <a:ext cx="5078412" cy="4465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318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Add a Slide Title - 1</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497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Add a Slide Title - 2</a:t>
            </a:r>
          </a:p>
        </p:txBody>
      </p:sp>
      <p:sp>
        <p:nvSpPr>
          <p:cNvPr id="8" name="Text Placeholder 7"/>
          <p:cNvSpPr>
            <a:spLocks noGrp="1"/>
          </p:cNvSpPr>
          <p:nvPr>
            <p:ph type="body" idx="1"/>
          </p:nvPr>
        </p:nvSpPr>
        <p:spPr/>
        <p:txBody>
          <a:bodyPr/>
          <a:lstStyle/>
          <a:p>
            <a:endParaRPr lang="en-US" dirty="0"/>
          </a:p>
        </p:txBody>
      </p:sp>
      <p:sp>
        <p:nvSpPr>
          <p:cNvPr id="10" name="Content Placeholder 9"/>
          <p:cNvSpPr>
            <a:spLocks noGrp="1"/>
          </p:cNvSpPr>
          <p:nvPr>
            <p:ph sz="half" idx="2"/>
          </p:nvPr>
        </p:nvSpPr>
        <p:spPr/>
        <p:txBody>
          <a:bodyPr/>
          <a:lstStyle/>
          <a:p>
            <a:endParaRPr lang="en-US" dirty="0"/>
          </a:p>
        </p:txBody>
      </p:sp>
      <p:sp>
        <p:nvSpPr>
          <p:cNvPr id="9" name="Text Placeholder 8"/>
          <p:cNvSpPr>
            <a:spLocks noGrp="1"/>
          </p:cNvSpPr>
          <p:nvPr>
            <p:ph type="body" sz="quarter" idx="3"/>
          </p:nvPr>
        </p:nvSpPr>
        <p:spPr/>
        <p:txBody>
          <a:bodyPr/>
          <a:lstStyle/>
          <a:p>
            <a:endParaRPr lang="en-US" dirty="0"/>
          </a:p>
        </p:txBody>
      </p:sp>
      <p:sp>
        <p:nvSpPr>
          <p:cNvPr id="11" name="Content Placeholder 10"/>
          <p:cNvSpPr>
            <a:spLocks noGrp="1"/>
          </p:cNvSpPr>
          <p:nvPr>
            <p:ph sz="quarter" idx="4"/>
          </p:nvPr>
        </p:nvSpPr>
        <p:spPr/>
        <p:txBody>
          <a:bodyPr/>
          <a:lstStyle/>
          <a:p>
            <a:endParaRPr lang="en-US" dirty="0"/>
          </a:p>
        </p:txBody>
      </p:sp>
    </p:spTree>
    <p:extLst>
      <p:ext uri="{BB962C8B-B14F-4D97-AF65-F5344CB8AC3E}">
        <p14:creationId xmlns:p14="http://schemas.microsoft.com/office/powerpoint/2010/main" val="2672039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Add a Slide Title - 3</a:t>
            </a:r>
          </a:p>
        </p:txBody>
      </p:sp>
    </p:spTree>
    <p:extLst>
      <p:ext uri="{BB962C8B-B14F-4D97-AF65-F5344CB8AC3E}">
        <p14:creationId xmlns:p14="http://schemas.microsoft.com/office/powerpoint/2010/main" val="397710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85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Slide Title - 4</a:t>
            </a:r>
          </a:p>
        </p:txBody>
      </p:sp>
      <p:sp>
        <p:nvSpPr>
          <p:cNvPr id="4" name="Text Placeholder 3"/>
          <p:cNvSpPr>
            <a:spLocks noGrp="1"/>
          </p:cNvSpPr>
          <p:nvPr>
            <p:ph type="body" sz="half" idx="2"/>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31904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Add a Slide Title - 5</a:t>
            </a:r>
          </a:p>
        </p:txBody>
      </p:sp>
      <p:sp>
        <p:nvSpPr>
          <p:cNvPr id="5" name="Text Placeholder 4"/>
          <p:cNvSpPr>
            <a:spLocks noGrp="1"/>
          </p:cNvSpPr>
          <p:nvPr>
            <p:ph type="body" sz="half" idx="2"/>
          </p:nvPr>
        </p:nvSpPr>
        <p:spPr/>
        <p:txBody>
          <a:bodyPr/>
          <a:lstStyle/>
          <a:p>
            <a:endParaRPr lang="en-US" dirty="0"/>
          </a:p>
        </p:txBody>
      </p:sp>
      <p:sp>
        <p:nvSpPr>
          <p:cNvPr id="6" name="Picture Placeholder 5" descr="An empty placeholder to add an image. Click on the placeholder and select the image that you wish to add."/>
          <p:cNvSpPr>
            <a:spLocks noGrp="1"/>
          </p:cNvSpPr>
          <p:nvPr>
            <p:ph type="pic" idx="1"/>
          </p:nvPr>
        </p:nvSpPr>
        <p:spPr/>
      </p:sp>
    </p:spTree>
    <p:extLst>
      <p:ext uri="{BB962C8B-B14F-4D97-AF65-F5344CB8AC3E}">
        <p14:creationId xmlns:p14="http://schemas.microsoft.com/office/powerpoint/2010/main" val="348033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ch 16x9">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spDef>
      <a:spPr/>
      <a:bodyPr rtlCol="0" anchor="ctr"/>
      <a:lstStyle>
        <a:defPPr algn="ctr">
          <a:defRPr sz="2800"/>
        </a:defPPr>
      </a:lstStyle>
      <a:style>
        <a:lnRef idx="2">
          <a:schemeClr val="accent1">
            <a:shade val="50000"/>
          </a:schemeClr>
        </a:lnRef>
        <a:fillRef idx="1">
          <a:schemeClr val="accent1"/>
        </a:fillRef>
        <a:effectRef idx="0">
          <a:schemeClr val="accent1"/>
        </a:effectRef>
        <a:fontRef idx="minor">
          <a:schemeClr val="lt1"/>
        </a:fontRef>
      </a:style>
    </a:spDef>
    <a:lnDef>
      <a:spPr>
        <a:ln w="25400"/>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800"/>
        </a:defPPr>
      </a:lstStyle>
    </a:txDef>
  </a:objectDefaults>
  <a:extraClrSchemeLst/>
  <a:extLst>
    <a:ext uri="{05A4C25C-085E-4340-85A3-A5531E510DB2}">
      <thm15:themeFamily xmlns:thm15="http://schemas.microsoft.com/office/thememl/2012/main" name="TF02787990.potx" id="{BDB9CD5E-36EC-45F3-B87D-6D062B8A3823}" vid="{51682E2F-7C85-4D6F-AD40-072EFC83910D}"/>
    </a:ext>
  </a:extLst>
</a:theme>
</file>

<file path=ppt/theme/theme2.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ppt/theme/theme3.xml><?xml version="1.0" encoding="utf-8"?>
<a:theme xmlns:a="http://schemas.openxmlformats.org/drawingml/2006/main" name="Office Theme">
  <a:themeElements>
    <a:clrScheme name="Tech_16x9">
      <a:dk1>
        <a:sysClr val="windowText" lastClr="000000"/>
      </a:dk1>
      <a:lt1>
        <a:sysClr val="window" lastClr="FFFFFF"/>
      </a:lt1>
      <a:dk2>
        <a:srgbClr val="192A52"/>
      </a:dk2>
      <a:lt2>
        <a:srgbClr val="C0C0C0"/>
      </a:lt2>
      <a:accent1>
        <a:srgbClr val="009999"/>
      </a:accent1>
      <a:accent2>
        <a:srgbClr val="E98915"/>
      </a:accent2>
      <a:accent3>
        <a:srgbClr val="A419A7"/>
      </a:accent3>
      <a:accent4>
        <a:srgbClr val="AFC34D"/>
      </a:accent4>
      <a:accent5>
        <a:srgbClr val="E5572B"/>
      </a:accent5>
      <a:accent6>
        <a:srgbClr val="6868C4"/>
      </a:accent6>
      <a:hlink>
        <a:srgbClr val="009999"/>
      </a:hlink>
      <a:folHlink>
        <a:srgbClr val="7F7F7F"/>
      </a:folHlink>
    </a:clrScheme>
    <a:fontScheme name="Calibri">
      <a:maj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Tech_16x9">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schemeClr>
            </a:gs>
          </a:gsLst>
          <a:lin ang="5040000" scaled="1"/>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100000"/>
                <a:shade val="100000"/>
                <a:satMod val="155000"/>
              </a:schemeClr>
            </a:gs>
          </a:gsLst>
          <a:lin ang="16200000" scaled="0"/>
        </a:gradFill>
      </a:fillStyleLst>
      <a:lnStyleLst>
        <a:ln w="9525" cap="flat" cmpd="sng" algn="ctr">
          <a:solidFill>
            <a:schemeClr val="ph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atMod val="300000"/>
              </a:schemeClr>
            </a:contourClr>
          </a:sp3d>
        </a:effectStyle>
      </a:effectStyleLst>
      <a:bgFillStyleLst>
        <a:solidFill>
          <a:schemeClr val="phClr"/>
        </a:solidFill>
        <a:gradFill rotWithShape="1">
          <a:gsLst>
            <a:gs pos="0">
              <a:schemeClr val="phClr">
                <a:tint val="100000"/>
                <a:shade val="0"/>
                <a:satMod val="100000"/>
              </a:schemeClr>
            </a:gs>
            <a:gs pos="85000">
              <a:schemeClr val="phClr">
                <a:tint val="100000"/>
                <a:shade val="30000"/>
                <a:satMod val="100000"/>
              </a:schemeClr>
            </a:gs>
            <a:gs pos="100000">
              <a:schemeClr val="phClr">
                <a:shade val="60000"/>
                <a:satMod val="100000"/>
              </a:schemeClr>
            </a:gs>
          </a:gsLst>
          <a:lin ang="13500000" scaled="0"/>
        </a:gradFill>
        <a:gradFill rotWithShape="1">
          <a:gsLst>
            <a:gs pos="0">
              <a:schemeClr val="phClr">
                <a:tint val="100000"/>
                <a:shade val="0"/>
                <a:satMod val="100000"/>
              </a:schemeClr>
            </a:gs>
            <a:gs pos="85000">
              <a:schemeClr val="phClr">
                <a:shade val="30000"/>
                <a:satMod val="100000"/>
              </a:schemeClr>
            </a:gs>
            <a:gs pos="100000">
              <a:schemeClr val="phClr">
                <a:shade val="60000"/>
                <a:satMod val="100000"/>
              </a:schemeClr>
            </a:gs>
          </a:gsLst>
          <a:lin ang="189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1345093</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This simple template design works for technology and  businesses, but it's versatile enough to use in other contexts.  It features multiple slide layouts designed for widescreen (16x9 resolution) and includes a sample SmartArt list and chart that are easily editable.</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2011-11-26T00:30:00+00:00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TP102787989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694266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AssetExpire xmlns="4873beb7-5857-4685-be1f-d57550cc96cc">2029-05-12T07:00:00+00:00</AssetExpire>
    <DSATActionTaken xmlns="4873beb7-5857-4685-be1f-d57550cc96cc" xsi:nil="true"/>
    <CSXSubmissionMarket xmlns="4873beb7-5857-4685-be1f-d57550cc96cc" xsi:nil="true"/>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836F65B-1B07-41EE-A0E8-BC6EF3855225}">
  <ds:schemaRefs>
    <ds:schemaRef ds:uri="http://schemas.microsoft.com/sharepoint/v3/contenttype/forms"/>
  </ds:schemaRefs>
</ds:datastoreItem>
</file>

<file path=customXml/itemProps2.xml><?xml version="1.0" encoding="utf-8"?>
<ds:datastoreItem xmlns:ds="http://schemas.openxmlformats.org/officeDocument/2006/customXml" ds:itemID="{60C67BEE-D13F-4BD2-98A5-34D8A0977F68}">
  <ds:schemaRefs>
    <ds:schemaRef ds:uri="4873beb7-5857-4685-be1f-d57550cc96cc"/>
    <ds:schemaRef ds:uri="http://schemas.openxmlformats.org/package/2006/metadata/core-properties"/>
    <ds:schemaRef ds:uri="http://purl.org/dc/term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A09BF4D4-EF60-4196-BFC3-9462D60797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Triple circuit lines presentation (widescreen)</Template>
  <TotalTime>13</TotalTime>
  <Words>477</Words>
  <Application>Microsoft Office PowerPoint</Application>
  <PresentationFormat>Custom</PresentationFormat>
  <Paragraphs>37</Paragraphs>
  <Slides>11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Tech 16x9</vt:lpstr>
      <vt:lpstr>Smart Community Resource Management and Behavioral Sustainability</vt:lpstr>
      <vt:lpstr>Agenda :</vt:lpstr>
      <vt:lpstr>Introduction to Smart Community Resource Management</vt:lpstr>
      <vt:lpstr>The Role of Technology in Sustainable Urban Development</vt:lpstr>
      <vt:lpstr>Two Content Layout with SmartArt</vt:lpstr>
      <vt:lpstr>Add a Slide Title - 1</vt:lpstr>
      <vt:lpstr>Add a Slide Title - 2</vt:lpstr>
      <vt:lpstr>Add a Slide Title - 3</vt:lpstr>
      <vt:lpstr>PowerPoint Presentation</vt:lpstr>
      <vt:lpstr>Add a Slide Title - 4</vt:lpstr>
      <vt:lpstr>Add a Slide Title - 5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Devansh Singh</dc:creator>
  <cp:lastModifiedBy>Devansh Singh</cp:lastModifiedBy>
  <cp:revision>1</cp:revision>
  <dcterms:created xsi:type="dcterms:W3CDTF">2026-01-27T15:53:23Z</dcterms:created>
  <dcterms:modified xsi:type="dcterms:W3CDTF">2026-01-27T16:07:11Z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